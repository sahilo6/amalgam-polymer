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polymer properties from SMILES. Our approach is built around one measured fact: six of the seven are the same physics, and five of them have almost no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the metric averages per-target R2 without weighting, the five small targets carry five sevenths of the score while contributing a seventh of the data. Everything we did follows from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measurement, not a hyperparameter search, dictated the architecture. Six targets share an encoder; Tg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Tree path: RDKit descriptors, fingerprints, and our polymer backbone features. Graph path: a message-passing network. The multi-task encoder serves the six electronic targets through six heads; each row trains only its own head. Blend weights fitted per target on out-of-fold predictions.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smallest targets gain most. Refractive index, with 229 rows, gains 0.041 R2 purely from borrowing a representation learned on 3,266 electronic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multi-task column is the story: it beats the per-target models on every one of the six, and the blend adds a little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Orange panels are the 220-row targets. They are noisier, as expected, but no longer unusable.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in cross-validation reveals this, because train and test SMILES are each written one particular way. It only appears if you deliberately re-spell the molecules.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report the pretraining result as a negative rather than omitting it. The auxiliary dataset was the one the organizers highlighted, and the honest finding is that it did not transfer.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paradigm shift is that we stopped asking which model is best and started asking which targets belong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Determinism matters because the hosts re-run the pinned notebook. Single-threading cost nothing because the graphs are small.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is legible: its feature importance concentrates on the backbone block, so for a new polymer it reports not just the predicted value but which structural motifs drive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Encoder for Shared Physics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5292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learning across correlated polymer properties, with measured representation invariance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3611880"/>
            <a:ext cx="1371600" cy="32004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9319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NeonNull</a:t>
            </a:r>
            <a:pPr indent="0" marL="0">
              <a:buNone/>
            </a:pPr>
            <a:r>
              <a:rPr lang="en-US" sz="150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Sahil Sadhwani   ·   VIT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43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Amalgam Hackathon — Round 3 Finale   ·   Polymer Property Prediction   · 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is not accuracy. It is imbalance.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targets, one unweighted mean of per-target R². Five targets have ~220 training rows each.</a:t>
            </a:r>
            <a:endParaRPr lang="en-US" sz="1500" dirty="0"/>
          </a:p>
        </p:txBody>
      </p:sp>
      <p:pic>
        <p:nvPicPr>
          <p:cNvPr id="4" name="Image 0" descr="report/r3/fig2_row_im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6858000" cy="3044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55448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166420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of 7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35915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under 500 rows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863840" y="292608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303580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373075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metric carried by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of the data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4846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per-target LightGBM reaches only R² 0.75 on dielectric constant. Fitting these independently is hopeless.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measured the targets before modelling them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415 molecules carrying more than one label, the structure is unambiguous.</a:t>
            </a:r>
            <a:endParaRPr lang="en-US" sz="1500" dirty="0"/>
          </a:p>
        </p:txBody>
      </p:sp>
      <p:pic>
        <p:nvPicPr>
          <p:cNvPr id="4" name="Image 0" descr="report/r3/fig1_target_cor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5669280" cy="46268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60020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49440" y="17556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+0.93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1783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vs bulk band gap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766560" y="265176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49440" y="28072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+0.92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2834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dielectric constant vs refractive index — the textbook n² ≈ ε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766560" y="370332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49440" y="38587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−0.85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3886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band gap vs refractive index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766560" y="48463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are frontier-orbital quantities. </a:t>
            </a:r>
            <a:pPr indent="0" marL="0">
              <a:buNone/>
            </a:pPr>
            <a:r>
              <a:rPr lang="en-US" sz="13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transition is thermal and shares no molecule with any of them — so it trains alone.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path, graph path, and one encoder shared across the six electronic targets.</a:t>
            </a:r>
            <a:endParaRPr lang="en-US" sz="1500" dirty="0"/>
          </a:p>
        </p:txBody>
      </p:sp>
      <p:pic>
        <p:nvPicPr>
          <p:cNvPr id="4" name="Image 0" descr="report/r3/fig6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71600"/>
            <a:ext cx="10424160" cy="52382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shared encoder pays where data is thinnest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scale inversely with training rows — exactly what transfer should look like.</a:t>
            </a:r>
            <a:endParaRPr lang="en-US" sz="1500" dirty="0"/>
          </a:p>
        </p:txBody>
      </p:sp>
      <p:pic>
        <p:nvPicPr>
          <p:cNvPr id="4" name="Image 0" descr="report/r3/fig3_multitask_g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694944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0" y="155448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38160" y="168249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+0.041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601200" y="1700784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refractive index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 rows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001000" y="288036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300837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+0.029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9601200" y="3026664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dielectric constant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 rows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01000" y="420624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38160" y="433425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+0.007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0" y="4352544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band gap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2,028 rows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4983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over the cluster: +0.0157 on the official metric.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Out-of-fold, blend weights fitted by nested cross-validation so they never see the rows they score.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960120"/>
                <a:gridCol w="1280160"/>
                <a:gridCol w="1097280"/>
                <a:gridCol w="1371600"/>
                <a:gridCol w="1188720"/>
              </a:tblGrid>
              <a:tr h="3017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55448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70078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0.9139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3774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metric, mean R² over 7 targets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01000" y="31089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321868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0.537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36758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Ridge baseline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45262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0120" y="4800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across submissions:  </a:t>
            </a:r>
            <a:pPr indent="0" marL="0">
              <a:buNone/>
            </a:pPr>
            <a:r>
              <a:rPr lang="en-US" sz="14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0.889 per-target  →  0.904 adding the shared encoder  →  0.908 seed-averaged  →  0.914 at ten folds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Predictions against ground truth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targets, out-of-fold.</a:t>
            </a:r>
            <a:endParaRPr lang="en-US" sz="1500" dirty="0"/>
          </a:p>
        </p:txBody>
      </p:sp>
      <p:pic>
        <p:nvPicPr>
          <p:cNvPr id="4" name="Image 0" descr="report/r3/fig4_pred_vs_tr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10515600" cy="51800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Polymer invariance: we measured it, then fixed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answers differently for two spellings of the same molecule cannot be trusted.</a:t>
            </a:r>
            <a:endParaRPr lang="en-US" sz="1500" dirty="0"/>
          </a:p>
        </p:txBody>
      </p:sp>
      <p:pic>
        <p:nvPicPr>
          <p:cNvPr id="4" name="Image 0" descr="report/r3/fig5_invari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6675120" cy="290222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80960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186537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moved up to 3.02% of target sd across randomised SMILES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2560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82549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 ordering — tied ring paths, Gasteiger charges, Ipc rounding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mattered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378561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the supplied SMILES are not canonical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680960" y="474573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re-parse from canonical SMILES, drop Ipc. Cost: 0.0001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80960" y="544068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680960" y="56052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after the fix: exactly 0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not work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Nineteen experiments across the competition. Four survived.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64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PI1M pretraining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−0.0038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709928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Masked-atom pretraining on 100k unlabeled repeat units reached 99% reconstruction accuracy. The representation still did not beat supervised training on 3,266 labelled rows.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92608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081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including Tg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−0.0230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3127248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in Round 2. Tg and Egc share no physics, so one encoder serving both diluted each. Same technique, opposite result — which is why we measured the correlations first this time.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34340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4988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LightGBM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892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+0.0004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4544568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weak alone (R² 0.79) to earn blend weight.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 from Round 2 to Round 3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technique, applied where the physics justified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 ·  two targets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94560"/>
            <a:ext cx="4800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 backbone features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scalars from the chain between the two attachment points. Worth +0.0056, more than 1,024 Avalon bits.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Message-passing GNN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topology directly; errors decorrelated from the trees. Worth +0.0053.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across Tg and Egc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−0.0230.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257800" cy="3657600"/>
          </a:xfrm>
          <a:prstGeom prst="roundRect">
            <a:avLst>
              <a:gd name="adj" fmla="val 20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783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 ·  seven targets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194560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targets first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structure decided the architecture before any model ran.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across the electronic cluster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technique that failed in Round 2, now +0.0157 — because these six targets are one physical quantity.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Invariance treated as a measurement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assumption. Found a 3% defect and removed it.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particulars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from scratch inside one Kaggle notebook. No pretrained weights, no uploaded artifacts.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1051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387k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0545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encoder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83864" y="16459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83864" y="181051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× 3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483864" y="250545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 × seeds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81928" y="16459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81051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3h 20m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281928" y="250545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CPU, no GPU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79992" y="16459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79992" y="181051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 ms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9079992" y="250545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molecule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79476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041648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Reproducibility.  </a:t>
            </a:r>
            <a:pPr indent="0" marL="0">
              <a:buNone/>
            </a:pPr>
            <a:r>
              <a:rPr lang="en-US" sz="135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Single-threaded with per-fold seeds — parallel index_add_ in message passing is otherwise non-deterministic, and we measured two identical runs differing by 0.18 per prediction before pinning it. Kaggle reproduced our local out-of-fold score within 0.0035 on every run of the competition.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tell a materials scientist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2926080" y="228600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gap falls as conjugation runs along the backbone lengthen and as attachment atoms turn sp² — conjugation then propagates across repeat units instead of stopping at the unit boundary. Dimer conjugated-bond fraction correlates −0.76 with chain band gap.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Optical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388620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Refractive index and dielectric constant rise with the same polarisable, aromatic-rich backbones that narrow the gap (+0.92 with each other, −0.85 with band gap). The absorption edge follows at ≈1240/Egc nm. Side-chain bulk blue-shifts and solubilises.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NeonNull   ·   kaggle.com/code/sahilsadhwani25/neonnull-round-3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Amalgam Round 3 — NeonNull</dc:title>
  <dc:subject>PptxGenJS Presentation</dc:subject>
  <dc:creator>NeonNull</dc:creator>
  <cp:lastModifiedBy>NeonNull</cp:lastModifiedBy>
  <cp:revision>1</cp:revision>
  <dcterms:created xsi:type="dcterms:W3CDTF">2026-09-25T07:37:23Z</dcterms:created>
  <dcterms:modified xsi:type="dcterms:W3CDTF">2026-09-25T07:37:23Z</dcterms:modified>
</cp:coreProperties>
</file>