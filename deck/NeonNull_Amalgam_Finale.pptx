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Encoder for Shared Physics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529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learning across correlated polymer properties, with measured representation invariance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3611880"/>
            <a:ext cx="1371600" cy="32004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93192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NeonNull</a:t>
            </a:r>
            <a:pPr indent="0" marL="0">
              <a:buNone/>
            </a:pPr>
            <a:r>
              <a:rPr lang="en-US" sz="15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Sahil Sadhwani   ·   VIT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Amalgam Hackathon — Round 3 Finale   ·   Polymer Property Prediction   · 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is not accuracy. It is imbalance.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targets, one unweighted mean of per-target R². Five targets have ~220 training rows each.</a:t>
            </a:r>
            <a:endParaRPr lang="en-US" sz="1500" dirty="0"/>
          </a:p>
        </p:txBody>
      </p:sp>
      <p:pic>
        <p:nvPicPr>
          <p:cNvPr id="4" name="Image 0" descr="report/r3/fig2_row_im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6858000" cy="30449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554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66420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7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591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under 500 rows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0" y="303580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7307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metric carried by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of the 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per-target LightGBM reaches only R² 0.75 on dielectric constant. Fitting these independently is hopeless.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the targets before modelling them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415 molecules carrying more than one label, the structure is unambiguous.</a:t>
            </a:r>
            <a:endParaRPr lang="en-US" sz="1500" dirty="0"/>
          </a:p>
        </p:txBody>
      </p:sp>
      <p:pic>
        <p:nvPicPr>
          <p:cNvPr id="4" name="Image 0" descr="report/r3/fig1_target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5669280" cy="462686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160020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49440" y="175564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+0.93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vs bulk band gap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66560" y="2651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0" y="2807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+0.92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2834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constant vs refractive index — the textbook n² ≈ ε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766560" y="370332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49440" y="38587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−0.85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3886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band gap vs refractive index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4846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are frontier-orbital quantities. </a:t>
            </a:r>
            <a:pPr indent="0" marL="0">
              <a:buNone/>
            </a:pPr>
            <a:r>
              <a:rPr lang="en-US" sz="130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transition is thermal and shares no molecule with any of them — so it trains alone.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path, graph path, and one encoder shared across the six electronic targets.</a:t>
            </a:r>
            <a:endParaRPr lang="en-US" sz="1500" dirty="0"/>
          </a:p>
        </p:txBody>
      </p:sp>
      <p:pic>
        <p:nvPicPr>
          <p:cNvPr id="4" name="Image 0" descr="report/r3/fig6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10424160" cy="52382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shared encoder pays where data is thinnest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concentrate where rows are scarce. EEA is the exception: it was already at R² 0.93, with little left to borrow.</a:t>
            </a:r>
            <a:endParaRPr lang="en-US" sz="1500" dirty="0"/>
          </a:p>
        </p:txBody>
      </p:sp>
      <p:pic>
        <p:nvPicPr>
          <p:cNvPr id="4" name="Image 0" descr="report/r3/fig3_multitask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6949440" cy="33924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01000" y="155448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68249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+0.056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601200" y="170078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refractive index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rows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001000" y="288036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0" y="300837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+0.047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601200" y="302666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constant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rows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01000" y="420624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0" y="433425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+0.010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0" y="435254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band gap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2,028 rows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9834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over the cluster: +0.0157. Moving it from five folds to ten, at identical compute: a further +0.0058.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Out-of-fold, blend weights fitted by nested cross-validation so they never see the rows they score.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60120"/>
                <a:gridCol w="1280160"/>
                <a:gridCol w="1097280"/>
                <a:gridCol w="137160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001000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01000" y="1700784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0.9139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37744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metric, mean R² over 7 targets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01000" y="31089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01000" y="321868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0.537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36758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 Ridge baseline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" y="45262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0120" y="4800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Progression:  </a:t>
            </a:r>
            <a:pPr indent="0" marL="0">
              <a:buNone/>
            </a:pPr>
            <a:r>
              <a:rPr lang="en-US" sz="140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0.889 per-target  →  0.904 shared encoder  →  0.908 seed-averaged  →  0.914 at ten folds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Predictions against ground truth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targets, out-of-fold.</a:t>
            </a:r>
            <a:endParaRPr lang="en-US" sz="1500" dirty="0"/>
          </a:p>
        </p:txBody>
      </p:sp>
      <p:pic>
        <p:nvPicPr>
          <p:cNvPr id="4" name="Image 0" descr="report/r3/fig4_pred_vs_tr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10515600" cy="51800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Polymer invariance: we measured it, then fixed 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answers differently for two spellings of the same molecule cannot be trusted.</a:t>
            </a:r>
            <a:endParaRPr lang="en-US" sz="1500" dirty="0"/>
          </a:p>
        </p:txBody>
      </p:sp>
      <p:pic>
        <p:nvPicPr>
          <p:cNvPr id="4" name="Image 0" descr="report/r3/fig5_invar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90222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0" y="1600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865376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moved up to 3.02% of target sd across randomised SMILES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560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825496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 ordering — tied ring paths, Gasteiger charges, Ipc rounding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520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3785616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of the supplied SMILES are not canonical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745736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re-parse from canonical SMILES, drop Ipc. Cost: 0.0001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80960" y="544068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56052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after the fix: exactly 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work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experiments across the competition. Four survived.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PI1M pretraining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−0.0038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09928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Masked-atom pretraining on 100k unlabeled repeat units reached 99% reconstruction accuracy. The representation still did not beat supervised training on 3,266 labelled rows.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081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including Tg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74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−0.0230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3127248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in Round 2. Tg and Egc share no physics, so one encoder serving both diluted each. Same technique, opposite result — which is why we measured the correlations first this time.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34340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4988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LightGBM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92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+0.0004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544568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weak alone (R² 0.79) to earn blend weight.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from Round 2 to Round 3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technique, applied where the physics justified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 ·  two targets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94560"/>
            <a:ext cx="4800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 backbone features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scalars from the chain between the two attachment points. Worth +0.0056, more than 1,024 Avalon bits.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Message-passing GNN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topology directly; errors decorrelated from the trees. Worth +0.0053.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across Tg and Egc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−0.0230.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 ·  seven targets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19456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targets first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structure decided the architecture before any model ran.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across the electronic cluster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technique that failed in Round 2, now +0.0157 — because these six targets are one physical quantity. Ten folds instead of five added +0.0058 more.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Invariance treated as a measurement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assumption. Found a 3% defect and removed it.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particulars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from scratch inside one Kaggle notebook. No pretrained weights, no uploaded artifacts.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64592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1051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387k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0545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encoder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83864" y="164592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81051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× 3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250545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folds × seeds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multi-task encoder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64592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81928" y="181051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4h 43m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281928" y="250545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CPU, no GPU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9992" y="164592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9992" y="181051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ms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9079992" y="250545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molecule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379476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041648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Reproducibility.  </a:t>
            </a:r>
            <a:pPr indent="0" marL="0">
              <a:buNone/>
            </a:pPr>
            <a:r>
              <a:rPr lang="en-US" sz="1350" dirty="0">
                <a:solidFill>
                  <a:srgbClr val="15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Single-threaded with per-fold seeds — parallel index_add_ in message passing is otherwise non-deterministic, and we measured two identical runs differing by 0.18 per prediction before pinning it. Kaggle reproduced our local out-of-fold score within 0.0035 on every run of the competition.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tell a materials scientist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228600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gap falls as conjugation runs along the backbone lengthen and as attachment atoms turn sp² — conjugation then propagates across repeat units instead of stopping at the unit boundary. Dimer conjugated-bond fraction correlates −0.76 with chain band gap.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Optical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388620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Refractive index and dielectric constant rise with the same polarisable, aromatic-rich backbones that narrow the gap (+0.92 with each other, −0.85 with band gap). The absorption edge follows at ≈1240/Egc nm. Side-chain bulk blue-shifts and solubilises.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 Gilmer et al., Neural Message Passing for Quantum Chemistry, ICML 2017  ·  Ke et al., LightGBM, NeurIPS 2017  ·  Gedeck et al., Avalon fingerprints, JCIM 2006  ·  Ma &amp; Luo, PI1M, JCIM 2020  ·  RDKit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NeonNull   ·   github.com/Sahilo6/amalgam-polymer   ·   kaggle.com/code/sahilsadhwani25/neonnull-round-3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Amalgam Round 3 — NeonNull</dc:title>
  <dc:subject>PptxGenJS Presentation</dc:subject>
  <dc:creator>NeonNull</dc:creator>
  <cp:lastModifiedBy>NeonNull</cp:lastModifiedBy>
  <cp:revision>1</cp:revision>
  <dcterms:created xsi:type="dcterms:W3CDTF">2026-09-25T13:27:43Z</dcterms:created>
  <dcterms:modified xsi:type="dcterms:W3CDTF">2026-09-25T13:27:43Z</dcterms:modified>
</cp:coreProperties>
</file>